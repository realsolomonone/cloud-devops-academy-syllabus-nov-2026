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C8BEB4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6000" b="0" i="0">
                <a:solidFill>
                  <a:srgbClr val="F7F4EF"/>
                </a:solidFill>
                <a:latin typeface="Iowan Old Style"/>
                <a:ea typeface="Iowan Old Style"/>
                <a:cs typeface="Iowan Old Style"/>
              </a:rPr>
              <a:t>Ship what you</a:t>
            </a:r>
          </a:p>
          <a:p>
            <a:pPr algn="l">
              <a:lnSpc>
                <a:spcPct val="92000"/>
              </a:lnSpc>
            </a:pPr>
            <a:r>
              <a:rPr sz="6000" b="0" i="0">
                <a:solidFill>
                  <a:srgbClr val="F7F4EF"/>
                </a:solidFill>
                <a:latin typeface="Iowan Old Style"/>
                <a:ea typeface="Iowan Old Style"/>
                <a:cs typeface="Iowan Old Style"/>
              </a:rPr>
              <a:t>can defend.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1">
                <a:solidFill>
                  <a:srgbClr val="E7D3D6"/>
                </a:solidFill>
                <a:latin typeface="Iowan Old Style"/>
                <a:ea typeface="Iowan Old Style"/>
                <a:cs typeface="Iowan Old Style"/>
              </a:rPr>
              <a:t>A sixteen-week syllabus in cloud, delivery, and security.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892040"/>
            <a:ext cx="1051560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8BEB4"/>
                </a:solidFill>
                <a:latin typeface="Avenir Next"/>
                <a:ea typeface="Avenir Next"/>
                <a:cs typeface="Avenir Next"/>
              </a:rPr>
              <a:t>Linux, Git, and GitLab CI.  AWS, Terraform, and Ansible.
Docker, Kubernetes, and Argo CD.  Scans, Prometheus, Alertmanager, Grafana, and ELK.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THE 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36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Build nothing you cannot</a:t>
            </a:r>
          </a:p>
          <a:p>
            <a:pPr algn="l">
              <a:lnSpc>
                <a:spcPct val="98000"/>
              </a:lnSpc>
            </a:pPr>
            <a:r>
              <a:rPr sz="36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scan, release, and explain.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80360"/>
            <a:ext cx="384048" cy="3175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77639"/>
            <a:ext cx="35204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Seventy percent of the hours are labs, projects, and review. Instruction earns its place by making the lab harder to fake.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880360"/>
            <a:ext cx="384048" cy="3175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3108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29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Judgement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977639"/>
            <a:ext cx="35204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A working demo is not enough. Cost, failure, access, and the scan result are part of the grade.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880360"/>
            <a:ext cx="384048" cy="3175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108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429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977639"/>
            <a:ext cx="35204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The capstone is a system another engineer could operate from the runbook, without a private explanation.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THE CHARGE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By the end, a graduate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544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Administer Linux and find a broken service from the logs, the port, and the firewall.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70048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Ship work through Git and GitLab, and stop a secret before it merges.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85615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85615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Build a Docker image, scan it, and refuse to publish what the scan condemns.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0118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901184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Provision AWS with least privilege and say what it costs.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5544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Express that infrastructure in Terraform and scan the plan before apply.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7004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670048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Configure the host with Ansible so a second run changes nothing.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85615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785615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Release to Kubernetes through GitLab CI and Argo CD, and roll a bad release 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90118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901184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Page on a real signal with Prometheus and Alertmanager, and investigate it in ELK.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SIXTEEN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The order of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MONTH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Foundations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914400" cy="254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Linux and the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6674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Networking and SSH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4398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Git and GitLab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79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2122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AWS fundamentals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554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MONTH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84708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Provision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377440"/>
            <a:ext cx="914400" cy="254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265176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88950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42900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66674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AWS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062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44398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Terraform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983479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22122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Ansible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1554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MONTH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84708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Delivery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377440"/>
            <a:ext cx="914400" cy="254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65176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88950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GitLab 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42900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66674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Kubernetes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2062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44398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Cluster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983479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22122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The secure 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155448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MONTH 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184708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Operations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2377440"/>
            <a:ext cx="914400" cy="254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265176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288950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Metrics and alerts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42900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366674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Logging with ELK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2062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44398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Argo CD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983479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5221223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Capstone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SIXTEEN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Six gates. A red gate stops the merge.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92807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2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60904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A credential in the diff never reaches the default branch.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00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92807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5000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2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 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60904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A known flaw in a library fails the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600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92807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Static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5000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2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660904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SAST reviews the code on the merge, not after the incident.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40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3308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9028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2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WEEKS 05,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01184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The container is scanned before the registry will keep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840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3308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59028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2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 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901184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Terraform is scanned before anyone is allowed to apply.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840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13308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DAST and the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59028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2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901184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The running app is tested in a lower environment. The build records what shipped.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SECURITY GATES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WEEKS 01 - 04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WEEKS 01 - 04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Foundations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73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Linux and the 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Filesystem, users, permissions, sudo, systemd, logs, and Bash.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least-privilege baseline and a scripted health report.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673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Networking and SSH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Addressing, DNS, TLS, firewalls, keys, patches, and a host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Key-based access between two hosts, and a troubleshooting runbook.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95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59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Git and GitLab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Branches, merge requests, protected branches, and secret scanning.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20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reviewed project in which a planted secret is blocked.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995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959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AWS fundamentals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389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IAM, MFA, EC2, S3, VPC, security groups, budgets, and CloudTrail.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20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locked-down web server and an S3 site, with a cost and security note.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FOUNDATIONS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WEEKS 05 - 08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WEEKS 05 - 08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Provision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73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Images, multi-stage builds, Compose, volumes, and an image scan.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An application and database. Critical findings fixed before anyone else runs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673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AWS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Load balancing, Auto Scaling, Lambda, CloudWatch, private subnets, secrets.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highly available sample, and a Lambda with an alarm.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95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59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Terraform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Workflow, state, modules, and an infrastructure scan before apply.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20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modular network and compute stack, applied, then destroyed cleanly.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995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959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Ansible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389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Roles, Vault, idempotence, and a hardening pass after Terraform.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20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Nginx from a role. The second run changes nothing.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PROVISION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WEEKS 09 - 12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WEEKS 09 - 12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73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GitLab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Stages, runners, a registry, and a pipeline that fails closed on scans.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planted secret blocks the merge. A bad release is rolled 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673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Kubernetes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Pods, Deployments, Services, probes, and a local cluster.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multi-replica app, then a broken rollout read from events and logs.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95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59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Cluster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Ingress, storage, Helm, network policy, RBAC, and security contexts.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20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Helm release running as a restricted service account.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995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959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The secure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389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SAST, dependencies, secrets, images, IaC, a DAST pass, and an SBOM.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20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planted finding stops the pipeline until the fix is in the history.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WEEKS 13 - 16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1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WEEKS 13 - 16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73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Prometheus and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Scrape, PromQL, Grafana, and Alertmanager routing, grouping, and silences.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Routes for CPU, disk, downtime, and repeated login failure.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673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Logging with ELK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Structured logs, Elasticsearch, Kibana, ingestion, and redaction.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An investigation that names an error or an authentication failure.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95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59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Argo 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Desired state, sync, drift, promotion, and rollback. Scans still apply.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20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A release from Git, drift corrected, then promoted and rolled back.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347472" cy="28575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99592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95935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Capstone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389120"/>
            <a:ext cx="53492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Architecture, security, cost, an incident, and the handover.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206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spc="8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EVIDENCE  </a:t>
            </a:r>
            <a:r>
              <a:rPr sz="1400" b="0" i="0">
                <a:solidFill>
                  <a:srgbClr val="1C1917"/>
                </a:solidFill>
                <a:latin typeface="Avenir Next"/>
                <a:ea typeface="Avenir Next"/>
                <a:cs typeface="Avenir Next"/>
              </a:rPr>
              <a:t>The platform, the runbook, and a live demonstration.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WEEK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The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A production-style application, built by one person or a small team. The standard is a system a stranger could operate.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 Demi Bold"/>
                <a:ea typeface="Avenir Next Demi Bold"/>
                <a:cs typeface="Avenir Next Demi Bold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0428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GitLab. A branching model. Merge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992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 Demi Bold"/>
                <a:ea typeface="Avenir Next Demi Bold"/>
                <a:cs typeface="Avenir Next Demi Bold"/>
              </a:rPr>
              <a:t>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Terraform on AWS. Least privilege, tags, a cost note.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 Demi Bold"/>
                <a:ea typeface="Avenir Next Demi Bold"/>
                <a:cs typeface="Avenir Next Demi Bold"/>
              </a:rPr>
              <a:t>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1596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GitLab CI tests, builds, scans, and publishes.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109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 Demi Bold"/>
                <a:ea typeface="Avenir Next Demi Bold"/>
                <a:cs typeface="Avenir Next Demi Bold"/>
              </a:rPr>
              <a:t>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218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Kubernetes, probes, limits, RBAC. EKS only if the budget allows.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9933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 Demi Bold"/>
                <a:ea typeface="Avenir Next Demi Bold"/>
                <a:cs typeface="Avenir Next Demi Bold"/>
              </a:rPr>
              <a:t>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0428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Argo CD from Git. Promotion and rollback, shown.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992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 Demi Bold"/>
                <a:ea typeface="Avenir Next Demi Bold"/>
                <a:cs typeface="Avenir Next Demi Bold"/>
              </a:rPr>
              <a:t>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101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Prometheus, Grafana, Alertmanager. Logs in ELK.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023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005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 Demi Bold"/>
                <a:ea typeface="Avenir Next Demi Bold"/>
                <a:cs typeface="Avenir Next Demi Bold"/>
              </a:rPr>
              <a:t>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31596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A planted finding blocked the pipeline. The fix is in the history.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29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109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1C1917"/>
                </a:solidFill>
                <a:latin typeface="Avenir Next Demi Bold"/>
                <a:ea typeface="Avenir Next Demi Bold"/>
                <a:cs typeface="Avenir Next Demi Bold"/>
              </a:rPr>
              <a:t>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3218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Diagram, README, findings, runbook, and a live demonstration.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A51C30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926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200" b="0" i="0" spc="18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"/>
            <a:ext cx="11155680" cy="12700"/>
          </a:xfrm>
          <a:prstGeom prst="rect">
            <a:avLst/>
          </a:prstGeom>
          <a:solidFill>
            <a:srgbClr val="E3D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What is graded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63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Weekly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9961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The work of the week, including the troubleshooting.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21408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214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Projects and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157984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Deliverables, writing, and the hygiene of the Git history.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79776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797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Mid-programme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16352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Docker, AWS, Terraform, Ansible, and a pipeline that scans.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38144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381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Security and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4747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Gates that fired, a fix, dashboards, logs, and alerts.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96511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09651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C1917"/>
                </a:solidFill>
                <a:latin typeface="Iowan Old Style"/>
                <a:ea typeface="Iowan Old Style"/>
                <a:cs typeface="Iowan Old Style"/>
              </a:rPr>
              <a:t>Capstone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133087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Architecture, automation, security, cost, and the demonstration.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3F3A34"/>
                </a:solidFill>
                <a:latin typeface="Avenir Next"/>
                <a:ea typeface="Avenir Next"/>
                <a:cs typeface="Avenir Next"/>
              </a:rPr>
              <a:t>Three sessions a week: the idea, the lab, then the review. Two to four hours between them. A claim without a repository or a demonstration does not count.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A51C30"/>
                </a:solidFill>
                <a:latin typeface="Iowan Old Style"/>
                <a:ea typeface="Iowan Old Style"/>
                <a:cs typeface="Iowan Old Style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473952"/>
            <a:ext cx="5715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 spc="160">
                <a:solidFill>
                  <a:srgbClr val="6B645B"/>
                </a:solidFill>
                <a:latin typeface="Avenir Next Medium"/>
                <a:ea typeface="Avenir Next Medium"/>
                <a:cs typeface="Avenir Next Medium"/>
              </a:rPr>
              <a:t>ASSESSMENT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spc="240">
                <a:solidFill>
                  <a:srgbClr val="C8BEB4"/>
                </a:solidFill>
                <a:latin typeface="Avenir Next Medium"/>
                <a:ea typeface="Avenir Next Medium"/>
                <a:cs typeface="Avenir Next Medium"/>
              </a:rPr>
              <a:t>DEVSECOPS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F7F4EF"/>
                </a:solidFill>
                <a:latin typeface="Iowan Old Style"/>
                <a:ea typeface="Iowan Old Style"/>
                <a:cs typeface="Iowan Old Style"/>
              </a:rPr>
              <a:t>Ship what you</a:t>
            </a:r>
          </a:p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F7F4EF"/>
                </a:solidFill>
                <a:latin typeface="Iowan Old Style"/>
                <a:ea typeface="Iowan Old Style"/>
                <a:cs typeface="Iowan Old Style"/>
              </a:rPr>
              <a:t>can defend.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1">
                <a:solidFill>
                  <a:srgbClr val="E7D3D6"/>
                </a:solidFill>
                <a:latin typeface="Iowan Old Style"/>
                <a:ea typeface="Iowan Old Style"/>
                <a:cs typeface="Iowan Old Style"/>
              </a:rPr>
              <a:t>Sixteen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DevSecOps Academy - Ship what you can defend</dc:title>
  <dc:subject>Sixteen-week syllabus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Syllabus</cp:category>
</cp:coreProperties>
</file>